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292608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🏥 FRONTEND WEB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MediCare Hospital Management System</a:t>
            </a:r>
          </a:p>
          <a:p>
            <a:pPr>
              <a:spcBef>
                <a:spcPts val="800"/>
              </a:spcBef>
              <a:defRPr sz="1700">
                <a:solidFill>
                  <a:srgbClr val="06B6D4"/>
                </a:solidFill>
              </a:defRPr>
            </a:pPr>
            <a:r>
              <a:t>Complete Client-Side Healthcare Management Portal | Responsive SPA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520440"/>
            <a:ext cx="1874519" cy="4572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F8FAFC"/>
                </a:solidFill>
              </a:defRPr>
            </a:pPr>
            <a:r>
              <a:t>Semantic HTML5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3520440"/>
            <a:ext cx="1874519" cy="4572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F8FAFC"/>
                </a:solidFill>
              </a:defRPr>
            </a:pPr>
            <a:r>
              <a:t>Modern CSS3 (Variables &amp; Grid)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520440"/>
            <a:ext cx="1874519" cy="4572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F8FAFC"/>
                </a:solidFill>
              </a:defRPr>
            </a:pPr>
            <a:r>
              <a:t>Vanilla JavaScript ES6+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599" y="3520440"/>
            <a:ext cx="1874519" cy="4572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F8FAFC"/>
                </a:solidFill>
              </a:defRPr>
            </a:pPr>
            <a:r>
              <a:t>LocalStorage Data Persistence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520440"/>
            <a:ext cx="1874519" cy="4572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>
                <a:solidFill>
                  <a:srgbClr val="F8FAFC"/>
                </a:solidFill>
              </a:defRPr>
            </a:pPr>
            <a:r>
              <a:t>Vercel Production Deployment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114800"/>
            <a:ext cx="9784080" cy="868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59E0B"/>
                </a:solidFill>
              </a:rPr>
              <a:t>👑 TEAM LEAD: </a:t>
            </a:r>
            <a:r>
              <a:rPr b="1" sz="1200">
                <a:solidFill>
                  <a:srgbClr val="F8FAFC"/>
                </a:solidFill>
              </a:rPr>
              <a:t>NISTALA SAI PHANEENDRA KUMAR         </a:t>
            </a:r>
            <a:r>
              <a:rPr b="1" sz="1050">
                <a:solidFill>
                  <a:srgbClr val="06B6D4"/>
                </a:solidFill>
              </a:rPr>
              <a:t>✦ TEAM MEMBERS: </a:t>
            </a:r>
            <a:r>
              <a:rPr b="1" sz="1150">
                <a:solidFill>
                  <a:srgbClr val="F8FAFC"/>
                </a:solidFill>
              </a:rPr>
              <a:t>KANASANI NEELAKANTA BALAJI   |   JAMMULA UDAY KIRAN</a:t>
            </a:r>
          </a:p>
          <a:p>
            <a:pPr algn="ctr">
              <a:spcBef>
                <a:spcPts val="300"/>
              </a:spcBef>
              <a:defRPr sz="1000">
                <a:solidFill>
                  <a:srgbClr val="94A3B8"/>
                </a:solidFill>
              </a:defRPr>
            </a:pPr>
            <a:r>
              <a:t>Frontend Web Development Class Project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5120640"/>
            <a:ext cx="97840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🌐 LIVE PRODUCTION DEPLOYMENT ON VERCEL:  https://hospital-management-system-msz2.vercel.app/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Digitize Healthcare Operations?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hospital-management-system-msz2.vercel.app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⚠️ Traditional Hospital Pitfalls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✕  </a:t>
            </a:r>
            <a:r>
              <a:rPr sz="1300" b="1">
                <a:solidFill>
                  <a:srgbClr val="FCA5A5"/>
                </a:solidFill>
              </a:rPr>
              <a:t>Fragmented Paper Records: </a:t>
            </a:r>
            <a:r>
              <a:rPr sz="1200">
                <a:solidFill>
                  <a:srgbClr val="94A3B8"/>
                </a:solidFill>
              </a:rPr>
              <a:t>Physical medical files get lost, misplaced, and take valuable time to retrieve during emergencies.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✕  </a:t>
            </a:r>
            <a:r>
              <a:rPr sz="1300" b="1">
                <a:solidFill>
                  <a:srgbClr val="FCA5A5"/>
                </a:solidFill>
              </a:rPr>
              <a:t>Scheduling Conflicts: </a:t>
            </a:r>
            <a:r>
              <a:rPr sz="1200">
                <a:solidFill>
                  <a:srgbClr val="94A3B8"/>
                </a:solidFill>
              </a:rPr>
              <a:t>Double bookings, missed follow-ups, and lack of real-time doctor availability calendars.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✕  </a:t>
            </a:r>
            <a:r>
              <a:rPr sz="1300" b="1">
                <a:solidFill>
                  <a:srgbClr val="FCA5A5"/>
                </a:solidFill>
              </a:rPr>
              <a:t>Opaque Invoicing: </a:t>
            </a:r>
            <a:r>
              <a:rPr sz="1200">
                <a:solidFill>
                  <a:srgbClr val="94A3B8"/>
                </a:solidFill>
              </a:rPr>
              <a:t>Manual calculations cause billing errors, missing charges, and delayed discharge settlements.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✕  </a:t>
            </a:r>
            <a:r>
              <a:rPr sz="1300" b="1">
                <a:solidFill>
                  <a:srgbClr val="FCA5A5"/>
                </a:solidFill>
              </a:rPr>
              <a:t>Resource Blindspots: </a:t>
            </a:r>
            <a:r>
              <a:rPr sz="1200">
                <a:solidFill>
                  <a:srgbClr val="94A3B8"/>
                </a:solidFill>
              </a:rPr>
              <a:t>Hospital admins have no live visibility into ICU bed occupancy, ventilators, or on-duty shifts.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MediCare Frontend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✓  </a:t>
            </a:r>
            <a:r>
              <a:rPr sz="1300" b="1">
                <a:solidFill>
                  <a:srgbClr val="10B981"/>
                </a:solidFill>
              </a:rPr>
              <a:t>Unified Digital Dashboard: </a:t>
            </a:r>
            <a:r>
              <a:rPr sz="1200">
                <a:solidFill>
                  <a:srgbClr val="94A3B8"/>
                </a:solidFill>
              </a:rPr>
              <a:t>Real-time key performance indicators: admitted patients, revenue, today's appointments, available beds.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✓  </a:t>
            </a:r>
            <a:r>
              <a:rPr sz="1300" b="1">
                <a:solidFill>
                  <a:srgbClr val="10B981"/>
                </a:solidFill>
              </a:rPr>
              <a:t>Instant CRUD Management: </a:t>
            </a:r>
            <a:r>
              <a:rPr sz="1200">
                <a:solidFill>
                  <a:srgbClr val="94A3B8"/>
                </a:solidFill>
              </a:rPr>
              <a:t>Zero-latency patient onboarding, doctor directories, and dynamic medical history tracking.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✓  </a:t>
            </a:r>
            <a:r>
              <a:rPr sz="1300" b="1">
                <a:solidFill>
                  <a:srgbClr val="10B981"/>
                </a:solidFill>
              </a:rPr>
              <a:t>Automated Billing &amp; Rx: </a:t>
            </a:r>
            <a:r>
              <a:rPr sz="1200">
                <a:solidFill>
                  <a:srgbClr val="94A3B8"/>
                </a:solidFill>
              </a:rPr>
              <a:t>Live itemized invoice calculation, dynamic medicine rows, and print-ready formal receipts.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✓  </a:t>
            </a:r>
            <a:r>
              <a:rPr sz="1300" b="1">
                <a:solidFill>
                  <a:srgbClr val="10B981"/>
                </a:solidFill>
              </a:rPr>
              <a:t>Client-Side Speed &amp; Privacy: </a:t>
            </a:r>
            <a:r>
              <a:rPr sz="1200">
                <a:solidFill>
                  <a:srgbClr val="94A3B8"/>
                </a:solidFill>
              </a:rPr>
              <a:t>Full offline-capable persistence via Web Storage API with zero backend server lag.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ENGINEERING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Core Technologies &amp;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hospital-management-system-msz2.vercel.app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⚙ HTML5 Semantic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Clean structural markup (aside, header, section, table, modal)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Accessible form inputs with instant pattern validation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Deep modal overlays with backdrop event delegation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Zero framework bloat – 100% lightweight semantic standards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21208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⚙ Modern CSS3 Styling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116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Comprehensive 1,600+ line stylesheet with :root variables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Responsive layout via CSS Grid &amp; Flexbox system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Dark Mode theme toggle with instant CSS variable swap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Dedicated @media print stylesheets for formal hospital invoices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1208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⚙ Vanilla JavaScript ES6+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1,400+ lines of robust, modular client-side logic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Route-aware page lifecycle initializers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Dynamic DOM templating with sanitization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Custom Toast notification engine with auto-dismiss animations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521208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0690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⚙ Web Storage &amp; Cloud Vercel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4805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LocalStorage persistence across all 7 operational modules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Pre-seeded realistic healthcare datasets (INR currency)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Global CDN deployment via Vercel continuous deployment</a:t>
            </a:r>
          </a:p>
          <a:p>
            <a:pPr>
              <a:spcAft>
                <a:spcPts val="300"/>
              </a:spcAft>
              <a:defRPr sz="1150">
                <a:solidFill>
                  <a:srgbClr val="F8FAFC"/>
                </a:solidFill>
              </a:defRPr>
            </a:pPr>
            <a:r>
              <a:t>• Sub-second global load times with 100% uptime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MODULE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User Authentication &amp; Role-Based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hospital-management-system-msz2.vercel.app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38912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Key Technical Features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🔑  </a:t>
            </a:r>
            <a:r>
              <a:rPr sz="1300" b="1">
                <a:solidFill>
                  <a:srgbClr val="F8FAFC"/>
                </a:solidFill>
              </a:rPr>
              <a:t>Role Selector Switcher: </a:t>
            </a:r>
            <a:r>
              <a:rPr sz="1200">
                <a:solidFill>
                  <a:srgbClr val="94A3B8"/>
                </a:solidFill>
              </a:rPr>
              <a:t>Multi-role buttons (Admin, Doctor, Receptionist) with active state visual feedback.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🛡️  </a:t>
            </a:r>
            <a:r>
              <a:rPr sz="1300" b="1">
                <a:solidFill>
                  <a:srgbClr val="F8FAFC"/>
                </a:solidFill>
              </a:rPr>
              <a:t>Client-Side Validation: </a:t>
            </a:r>
            <a:r>
              <a:rPr sz="1200">
                <a:solidFill>
                  <a:srgbClr val="94A3B8"/>
                </a:solidFill>
              </a:rPr>
              <a:t>HTML5 form validation preventing empty submissions with styled input focus rings.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🔔  </a:t>
            </a:r>
            <a:r>
              <a:rPr sz="1300" b="1">
                <a:solidFill>
                  <a:srgbClr val="F8FAFC"/>
                </a:solidFill>
              </a:rPr>
              <a:t>Animated Toast Feedback: </a:t>
            </a:r>
            <a:r>
              <a:rPr sz="1200">
                <a:solidFill>
                  <a:srgbClr val="94A3B8"/>
                </a:solidFill>
              </a:rPr>
              <a:t>Custom animated toast triggers on submit: 'Login successful! Redirecting...'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💾  </a:t>
            </a:r>
            <a:r>
              <a:rPr sz="1300" b="1">
                <a:solidFill>
                  <a:srgbClr val="F8FAFC"/>
                </a:solidFill>
              </a:rPr>
              <a:t>State Storage: </a:t>
            </a:r>
            <a:r>
              <a:rPr sz="1200">
                <a:solidFill>
                  <a:srgbClr val="94A3B8"/>
                </a:solidFill>
              </a:rPr>
              <a:t>Saves chosen user role to localStorage.getItem('hms_user_role') for session continuity.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✨  </a:t>
            </a:r>
            <a:r>
              <a:rPr sz="1300" b="1">
                <a:solidFill>
                  <a:srgbClr val="F8FAFC"/>
                </a:solidFill>
              </a:rPr>
              <a:t>Smooth Transitions: </a:t>
            </a:r>
            <a:r>
              <a:rPr sz="1200">
                <a:solidFill>
                  <a:srgbClr val="94A3B8"/>
                </a:solidFill>
              </a:rPr>
              <a:t>CSS keyframe animations for floating hospital logo and glowing card borders.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0096" y="1408176"/>
            <a:ext cx="6144768" cy="47731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63040"/>
            <a:ext cx="6035040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6199632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6B6D4"/>
                </a:solidFill>
              </a:defRPr>
            </a:pPr>
            <a:r>
              <a:t>▶ Live Deployed Login Screen (hospital-management-system-msz2.vercel.app)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MODULE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Interactive Executive Dashboard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hospital-management-system-msz2.vercel.app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38912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Dashboard Capabilities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📊  </a:t>
            </a:r>
            <a:r>
              <a:rPr sz="1300" b="1">
                <a:solidFill>
                  <a:srgbClr val="F8FAFC"/>
                </a:solidFill>
              </a:rPr>
              <a:t>Real-Time Stat Cards: </a:t>
            </a:r>
            <a:r>
              <a:rPr sz="1200">
                <a:solidFill>
                  <a:srgbClr val="94A3B8"/>
                </a:solidFill>
              </a:rPr>
              <a:t>Auto-computes Total Patients, Today's Appointments, Gross Revenue (₹), and Bed Availability.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📈  </a:t>
            </a:r>
            <a:r>
              <a:rPr sz="1300" b="1">
                <a:solidFill>
                  <a:srgbClr val="F8FAFC"/>
                </a:solidFill>
              </a:rPr>
              <a:t>Department Visualizer: </a:t>
            </a:r>
            <a:r>
              <a:rPr sz="1200">
                <a:solidFill>
                  <a:srgbClr val="94A3B8"/>
                </a:solidFill>
              </a:rPr>
              <a:t>Dynamic CSS percentage progress bars comparing patient volume across Cardiology, Ortho, etc.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⏱️  </a:t>
            </a:r>
            <a:r>
              <a:rPr sz="1300" b="1">
                <a:solidFill>
                  <a:srgbClr val="F8FAFC"/>
                </a:solidFill>
              </a:rPr>
              <a:t>Recent Appointments Table: </a:t>
            </a:r>
            <a:r>
              <a:rPr sz="1200">
                <a:solidFill>
                  <a:srgbClr val="94A3B8"/>
                </a:solidFill>
              </a:rPr>
              <a:t>Synchronized live table rendering patient names, doctors, timestamps, and status badges.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⚡  </a:t>
            </a:r>
            <a:r>
              <a:rPr sz="1300" b="1">
                <a:solidFill>
                  <a:srgbClr val="F8FAFC"/>
                </a:solidFill>
              </a:rPr>
              <a:t>Quick Action Triggers: </a:t>
            </a:r>
            <a:r>
              <a:rPr sz="1200">
                <a:solidFill>
                  <a:srgbClr val="94A3B8"/>
                </a:solidFill>
              </a:rPr>
              <a:t>One-click shortcuts to register patients, book consults, generate bills, or write prescriptions.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0096" y="1408176"/>
            <a:ext cx="6144768" cy="47731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63040"/>
            <a:ext cx="6035040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6199632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6B6D4"/>
                </a:solidFill>
              </a:defRPr>
            </a:pPr>
            <a:r>
              <a:t>▶ Live Executive Dashboard showing computed statistics &amp; recent visits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Patient Directory &amp; Medical History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hospital-management-system-msz2.vercel.app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38912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Patient Management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🔍  </a:t>
            </a:r>
            <a:r>
              <a:rPr sz="1300" b="1">
                <a:solidFill>
                  <a:srgbClr val="F8FAFC"/>
                </a:solidFill>
              </a:rPr>
              <a:t>Real-Time Live Search: </a:t>
            </a:r>
            <a:r>
              <a:rPr sz="1200">
                <a:solidFill>
                  <a:srgbClr val="94A3B8"/>
                </a:solidFill>
              </a:rPr>
              <a:t>Instant table filtering across patient name, ID (e.g. P001), phone number, or diagnosed condition.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📝  </a:t>
            </a:r>
            <a:r>
              <a:rPr sz="1300" b="1">
                <a:solidFill>
                  <a:srgbClr val="F8FAFC"/>
                </a:solidFill>
              </a:rPr>
              <a:t>Comprehensive Modal Forms: </a:t>
            </a:r>
            <a:r>
              <a:rPr sz="1200">
                <a:solidFill>
                  <a:srgbClr val="94A3B8"/>
                </a:solidFill>
              </a:rPr>
              <a:t>Add/Edit modal with age, gender, blood group, contact info, diagnosis, and admission status.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🧬  </a:t>
            </a:r>
            <a:r>
              <a:rPr sz="1300" b="1">
                <a:solidFill>
                  <a:srgbClr val="F8FAFC"/>
                </a:solidFill>
              </a:rPr>
              <a:t>Medical History Timeline: </a:t>
            </a:r>
            <a:r>
              <a:rPr sz="1200">
                <a:solidFill>
                  <a:srgbClr val="94A3B8"/>
                </a:solidFill>
              </a:rPr>
              <a:t>View modal renders a chronological timeline of doctor visits, surgery logs, and lab results.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🏷️  </a:t>
            </a:r>
            <a:r>
              <a:rPr sz="1300" b="1">
                <a:solidFill>
                  <a:srgbClr val="F8FAFC"/>
                </a:solidFill>
              </a:rPr>
              <a:t>Status Badging: </a:t>
            </a:r>
            <a:r>
              <a:rPr sz="1200">
                <a:solidFill>
                  <a:srgbClr val="94A3B8"/>
                </a:solidFill>
              </a:rPr>
              <a:t>Color-coded pills: Green for Admitted, Blue for Outpatient, Gray for Discharged.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0096" y="1408176"/>
            <a:ext cx="6144768" cy="47731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pat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63040"/>
            <a:ext cx="6035040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6199632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6B6D4"/>
                </a:solidFill>
              </a:defRPr>
            </a:pPr>
            <a:r>
              <a:t>▶ Patient Management interface with live search and status indicators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MODULE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Doctor Profiles &amp; Weekly Scheduling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hospital-management-system-msz2.vercel.app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38912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Doctor Portal Engine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👨‍⚕️  </a:t>
            </a:r>
            <a:r>
              <a:rPr sz="1300" b="1">
                <a:solidFill>
                  <a:srgbClr val="F8FAFC"/>
                </a:solidFill>
              </a:rPr>
              <a:t>Responsive Doctor Cards: </a:t>
            </a:r>
            <a:r>
              <a:rPr sz="1200">
                <a:solidFill>
                  <a:srgbClr val="94A3B8"/>
                </a:solidFill>
              </a:rPr>
              <a:t>CSS Grid cards displaying physician avatar, department tag, phone, and experience years.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🎯  </a:t>
            </a:r>
            <a:r>
              <a:rPr sz="1300" b="1">
                <a:solidFill>
                  <a:srgbClr val="F8FAFC"/>
                </a:solidFill>
              </a:rPr>
              <a:t>Department Filtering: </a:t>
            </a:r>
            <a:r>
              <a:rPr sz="1200">
                <a:solidFill>
                  <a:srgbClr val="94A3B8"/>
                </a:solidFill>
              </a:rPr>
              <a:t>Instant dropdown filtering by Cardiology, Neurology, Pediatrics, Orthopedics, and Dermatology.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📅  </a:t>
            </a:r>
            <a:r>
              <a:rPr sz="1300" b="1">
                <a:solidFill>
                  <a:srgbClr val="F8FAFC"/>
                </a:solidFill>
              </a:rPr>
              <a:t>Weekly Schedule Matrix: </a:t>
            </a:r>
            <a:r>
              <a:rPr sz="1200">
                <a:solidFill>
                  <a:srgbClr val="94A3B8"/>
                </a:solidFill>
              </a:rPr>
              <a:t>Detailed schedule view for Mon-Sun showing clinical hours or 'Off' duty status.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🟢  </a:t>
            </a:r>
            <a:r>
              <a:rPr sz="1300" b="1">
                <a:solidFill>
                  <a:srgbClr val="F8FAFC"/>
                </a:solidFill>
              </a:rPr>
              <a:t>Availability Indicator: </a:t>
            </a:r>
            <a:r>
              <a:rPr sz="1200">
                <a:solidFill>
                  <a:srgbClr val="94A3B8"/>
                </a:solidFill>
              </a:rPr>
              <a:t>Pulsing indicator dots: Green (Available), Red (On Leave), Yellow (In Consultation).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0096" y="1408176"/>
            <a:ext cx="6144768" cy="47731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do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63040"/>
            <a:ext cx="6035040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6199632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6B6D4"/>
                </a:solidFill>
              </a:defRPr>
            </a:pPr>
            <a:r>
              <a:t>▶ Doctor Directory with department badges and live contact cards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MODULE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Appointment Engine: List &amp; Interactive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hospital-management-system-msz2.vercel.app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8404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Dual-View System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🗓️  </a:t>
            </a:r>
            <a:r>
              <a:rPr sz="1300" b="1">
                <a:solidFill>
                  <a:srgbClr val="F8FAFC"/>
                </a:solidFill>
              </a:rPr>
              <a:t>Interactive Calendar Grid: </a:t>
            </a:r>
            <a:r>
              <a:rPr sz="1200">
                <a:solidFill>
                  <a:srgbClr val="94A3B8"/>
                </a:solidFill>
              </a:rPr>
              <a:t>Custom Vanilla JS calendar algorithm calculating month days, leap years, and active appointment dots.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📋  </a:t>
            </a:r>
            <a:r>
              <a:rPr sz="1300" b="1">
                <a:solidFill>
                  <a:srgbClr val="F8FAFC"/>
                </a:solidFill>
              </a:rPr>
              <a:t>Tabular List View: </a:t>
            </a:r>
            <a:r>
              <a:rPr sz="1200">
                <a:solidFill>
                  <a:srgbClr val="94A3B8"/>
                </a:solidFill>
              </a:rPr>
              <a:t>Complete table with actions to mark Completed, Cancel, or Reschedule visits.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🔗  </a:t>
            </a:r>
            <a:r>
              <a:rPr sz="1300" b="1">
                <a:solidFill>
                  <a:srgbClr val="F8FAFC"/>
                </a:solidFill>
              </a:rPr>
              <a:t>Relational Booking: </a:t>
            </a:r>
            <a:r>
              <a:rPr sz="1200">
                <a:solidFill>
                  <a:srgbClr val="94A3B8"/>
                </a:solidFill>
              </a:rPr>
              <a:t>Dropdowns dynamically linked to stored Patients &amp; Doctors to eliminate orphaned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91456" y="1408176"/>
            <a:ext cx="6693408" cy="230428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appointments_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6583680" cy="2194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0" y="3730752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6B6D4"/>
                </a:solidFill>
              </a:defRPr>
            </a:pPr>
            <a:r>
              <a:t>▶ Tabular Appointment List View with Status Toggles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91456" y="3968496"/>
            <a:ext cx="6693408" cy="230428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6_appointments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023360"/>
            <a:ext cx="658368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46320" y="6291072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6B6D4"/>
                </a:solidFill>
              </a:defRPr>
            </a:pPr>
            <a:r>
              <a:t>▶ Interactive Monthly Calendar View with Event Indicators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MODULE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Invoicing, Financial Analytics &amp; Print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hospital-management-system-msz2.vercel.app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38912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Financial Features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💰  </a:t>
            </a:r>
            <a:r>
              <a:rPr sz="1300" b="1">
                <a:solidFill>
                  <a:srgbClr val="F8FAFC"/>
                </a:solidFill>
              </a:rPr>
              <a:t>Revenue KPI Breakdown: </a:t>
            </a:r>
            <a:r>
              <a:rPr sz="1200">
                <a:solidFill>
                  <a:srgbClr val="94A3B8"/>
                </a:solidFill>
              </a:rPr>
              <a:t>Tracks Total Revenue (₹), Pending Receivables, Paid Count, and Overdue Alerts.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🧮  </a:t>
            </a:r>
            <a:r>
              <a:rPr sz="1300" b="1">
                <a:solidFill>
                  <a:srgbClr val="F8FAFC"/>
                </a:solidFill>
              </a:rPr>
              <a:t>Dynamic Item Rows: </a:t>
            </a:r>
            <a:r>
              <a:rPr sz="1200">
                <a:solidFill>
                  <a:srgbClr val="94A3B8"/>
                </a:solidFill>
              </a:rPr>
              <a:t>Add/Remove custom billable items (Consultation, ICU, Lab Test) with live auto-sum total calculation.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💳  </a:t>
            </a:r>
            <a:r>
              <a:rPr sz="1300" b="1">
                <a:solidFill>
                  <a:srgbClr val="F8FAFC"/>
                </a:solidFill>
              </a:rPr>
              <a:t>Multi-Payment Support: </a:t>
            </a:r>
            <a:r>
              <a:rPr sz="1200">
                <a:solidFill>
                  <a:srgbClr val="94A3B8"/>
                </a:solidFill>
              </a:rPr>
              <a:t>Cash, Card, UPI, and Health Insurance tagging for billing reconciliation.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🖨️  </a:t>
            </a:r>
            <a:r>
              <a:rPr sz="1300" b="1">
                <a:solidFill>
                  <a:srgbClr val="F8FAFC"/>
                </a:solidFill>
              </a:rPr>
              <a:t>Formal Print Layout: </a:t>
            </a:r>
            <a:r>
              <a:rPr sz="1200">
                <a:solidFill>
                  <a:srgbClr val="94A3B8"/>
                </a:solidFill>
              </a:rPr>
              <a:t>Dedicated @media print stylesheet rendering a professional hospital invoice header and tax summary.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0096" y="1408176"/>
            <a:ext cx="6144768" cy="47731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_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63040"/>
            <a:ext cx="6035040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6199632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6B6D4"/>
                </a:solidFill>
              </a:defRPr>
            </a:pPr>
            <a:r>
              <a:t>▶ Billing management dashboard with financial metrics and invoice 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MODULE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Digital Prescriptions &amp; Pharmacy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hospital-management-system-msz2.vercel.app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38912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Prescription Engine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💊  </a:t>
            </a:r>
            <a:r>
              <a:rPr sz="1300" b="1">
                <a:solidFill>
                  <a:srgbClr val="F8FAFC"/>
                </a:solidFill>
              </a:rPr>
              <a:t>Structured Rx Format: </a:t>
            </a:r>
            <a:r>
              <a:rPr sz="1200">
                <a:solidFill>
                  <a:srgbClr val="94A3B8"/>
                </a:solidFill>
              </a:rPr>
              <a:t>Formal medical prescription format with patient diagnostics, physician license, and Rx watermark.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🧪  </a:t>
            </a:r>
            <a:r>
              <a:rPr sz="1300" b="1">
                <a:solidFill>
                  <a:srgbClr val="F8FAFC"/>
                </a:solidFill>
              </a:rPr>
              <a:t>Dynamic Medicine Builder: </a:t>
            </a:r>
            <a:r>
              <a:rPr sz="1200">
                <a:solidFill>
                  <a:srgbClr val="94A3B8"/>
                </a:solidFill>
              </a:rPr>
              <a:t>Doctors can dynamically add multiple medicine rows: dosage, frequency (e.g. SOS, BD), and duration.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📋  </a:t>
            </a:r>
            <a:r>
              <a:rPr sz="1300" b="1">
                <a:solidFill>
                  <a:srgbClr val="F8FAFC"/>
                </a:solidFill>
              </a:rPr>
              <a:t>Doctor Advice Notes: </a:t>
            </a:r>
            <a:r>
              <a:rPr sz="1200">
                <a:solidFill>
                  <a:srgbClr val="94A3B8"/>
                </a:solidFill>
              </a:rPr>
              <a:t>Specific clinical instructions (e.g., diet restrictions, follow-up timeline, physiotherapy).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🖨️  </a:t>
            </a:r>
            <a:r>
              <a:rPr sz="1300" b="1">
                <a:solidFill>
                  <a:srgbClr val="F8FAFC"/>
                </a:solidFill>
              </a:rPr>
              <a:t>One-Click Print: </a:t>
            </a:r>
            <a:r>
              <a:rPr sz="1200">
                <a:solidFill>
                  <a:srgbClr val="94A3B8"/>
                </a:solidFill>
              </a:rPr>
              <a:t>Browser print hook rendering clean document layout ready for patient take-home or pharmacy dispensing.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0096" y="1408176"/>
            <a:ext cx="6144768" cy="47731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_prescri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63040"/>
            <a:ext cx="6035040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6199632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6B6D4"/>
                </a:solidFill>
              </a:defRPr>
            </a:pPr>
            <a:r>
              <a:t>▶ Prescription management table with diagnostics and medication details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MODULE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Hospital Administration &amp; Resource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hospital-management-system-msz2.vercel.app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8404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Admin Capabilities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👥  </a:t>
            </a:r>
            <a:r>
              <a:rPr sz="1300" b="1">
                <a:solidFill>
                  <a:srgbClr val="F8FAFC"/>
                </a:solidFill>
              </a:rPr>
              <a:t>Staff Shift Roster: </a:t>
            </a:r>
            <a:r>
              <a:rPr sz="1200">
                <a:solidFill>
                  <a:srgbClr val="94A3B8"/>
                </a:solidFill>
              </a:rPr>
              <a:t>Tracks nurses, lab technicians, and pharmacists across Morning, Evening, and Night shifts.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🏥  </a:t>
            </a:r>
            <a:r>
              <a:rPr sz="1300" b="1">
                <a:solidFill>
                  <a:srgbClr val="F8FAFC"/>
                </a:solidFill>
              </a:rPr>
              <a:t>Resource Capacity Bars: </a:t>
            </a:r>
            <a:r>
              <a:rPr sz="1200">
                <a:solidFill>
                  <a:srgbClr val="94A3B8"/>
                </a:solidFill>
              </a:rPr>
              <a:t>Visual utilization indicators for ICU Beds, General Beds, Ventilators, X-Rays, and Ambulances.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🔄  </a:t>
            </a:r>
            <a:r>
              <a:rPr sz="1300" b="1">
                <a:solidFill>
                  <a:srgbClr val="F8FAFC"/>
                </a:solidFill>
              </a:rPr>
              <a:t>Live Allocation Updates: </a:t>
            </a:r>
            <a:r>
              <a:rPr sz="1200">
                <a:solidFill>
                  <a:srgbClr val="94A3B8"/>
                </a:solidFill>
              </a:rPr>
              <a:t>Admins can dynamically adjust occupied vs total counts to reflect hospital admissions in real-time.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91456" y="1408176"/>
            <a:ext cx="6693408" cy="230428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9_admin_sta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6583680" cy="2194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0" y="3730752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6B6D4"/>
                </a:solidFill>
              </a:defRPr>
            </a:pPr>
            <a:r>
              <a:t>▶ Staff Management Roster with duty status and shift badges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91456" y="3968496"/>
            <a:ext cx="6693408" cy="230428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0_admin_re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023360"/>
            <a:ext cx="658368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46320" y="6291072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6B6D4"/>
                </a:solidFill>
              </a:defRPr>
            </a:pPr>
            <a:r>
              <a:t>▶ Resource Allocation dashboard showing bed &amp; equipment utilization bars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INNOVATION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MediCare AI Health Assistant &amp; Clinical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hospital-management-system-msz2.vercel.app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38912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AI Conversational Features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🤖  </a:t>
            </a:r>
            <a:r>
              <a:rPr sz="1300" b="1">
                <a:solidFill>
                  <a:srgbClr val="F8FAFC"/>
                </a:solidFill>
              </a:rPr>
              <a:t>Symptom Triage Engine: </a:t>
            </a:r>
            <a:r>
              <a:rPr sz="1200">
                <a:solidFill>
                  <a:srgbClr val="94A3B8"/>
                </a:solidFill>
              </a:rPr>
              <a:t>Analyzes complaints (fever, cardiac tightness, fractures) and directs to the appropriate department.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🎙️  </a:t>
            </a:r>
            <a:r>
              <a:rPr sz="1300" b="1">
                <a:solidFill>
                  <a:srgbClr val="F8FAFC"/>
                </a:solidFill>
              </a:rPr>
              <a:t>Voice Speech Recognition: </a:t>
            </a:r>
            <a:r>
              <a:rPr sz="1200">
                <a:solidFill>
                  <a:srgbClr val="94A3B8"/>
                </a:solidFill>
              </a:rPr>
              <a:t>Integrated HTML5 Web Speech API allowing hands-free microphone voice queries.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🚨  </a:t>
            </a:r>
            <a:r>
              <a:rPr sz="1300" b="1">
                <a:solidFill>
                  <a:srgbClr val="F8FAFC"/>
                </a:solidFill>
              </a:rPr>
              <a:t>Emergency SOS Protocols: </a:t>
            </a:r>
            <a:r>
              <a:rPr sz="1200">
                <a:solidFill>
                  <a:srgbClr val="94A3B8"/>
                </a:solidFill>
              </a:rPr>
              <a:t>Flags acute medical distress keywords with immediate 108 ambulance contact directives.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⚡  </a:t>
            </a:r>
            <a:r>
              <a:rPr sz="1300" b="1">
                <a:solidFill>
                  <a:srgbClr val="F8FAFC"/>
                </a:solidFill>
              </a:rPr>
              <a:t>Interactive Action Shortcuts: </a:t>
            </a:r>
            <a:r>
              <a:rPr sz="1200">
                <a:solidFill>
                  <a:srgbClr val="94A3B8"/>
                </a:solidFill>
              </a:rPr>
              <a:t>Generates direct in-chat appointment booking and physician consultation buttons.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0096" y="1408176"/>
            <a:ext cx="6144768" cy="47731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2_ai_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63040"/>
            <a:ext cx="6035040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6199632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6B6D4"/>
                </a:solidFill>
              </a:defRPr>
            </a:pPr>
            <a:r>
              <a:t>▶ MediCare AI Health Assistant in Action (Triage &amp; Speech Recognition)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DESIGN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CSS Architecture, Dark Mode &amp; Responsiveness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hospital-management-system-msz2.vercel.app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38912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CSS Engineering Highlights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🎨  </a:t>
            </a:r>
            <a:r>
              <a:rPr sz="1300" b="1">
                <a:solidFill>
                  <a:srgbClr val="F8FAFC"/>
                </a:solidFill>
              </a:rPr>
              <a:t>CSS Variables Engine: </a:t>
            </a:r>
            <a:r>
              <a:rPr sz="1200">
                <a:solidFill>
                  <a:srgbClr val="94A3B8"/>
                </a:solidFill>
              </a:rPr>
              <a:t>Over 20 theme variables (:root) controlling background, surface, text, and border tokens.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🌙  </a:t>
            </a:r>
            <a:r>
              <a:rPr sz="1300" b="1">
                <a:solidFill>
                  <a:srgbClr val="F8FAFC"/>
                </a:solidFill>
              </a:rPr>
              <a:t>Instant Dark Mode: </a:t>
            </a:r>
            <a:r>
              <a:rPr sz="1200">
                <a:solidFill>
                  <a:srgbClr val="94A3B8"/>
                </a:solidFill>
              </a:rPr>
              <a:t>Seamless theme toggle applying .dark-mode to body, persisting preference in localStorage.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📱  </a:t>
            </a:r>
            <a:r>
              <a:rPr sz="1300" b="1">
                <a:solidFill>
                  <a:srgbClr val="F8FAFC"/>
                </a:solidFill>
              </a:rPr>
              <a:t>Fluid Responsive Sidebar: </a:t>
            </a:r>
            <a:r>
              <a:rPr sz="1200">
                <a:solidFill>
                  <a:srgbClr val="94A3B8"/>
                </a:solidFill>
              </a:rPr>
              <a:t>Collapsible navigation with icon-only compact mode for tablets and off-canvas drawer for mobile.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👁️  </a:t>
            </a:r>
            <a:r>
              <a:rPr sz="1300" b="1">
                <a:solidFill>
                  <a:srgbClr val="F8FAFC"/>
                </a:solidFill>
              </a:rPr>
              <a:t>Accessibility &amp; Typography: </a:t>
            </a:r>
            <a:r>
              <a:rPr sz="1200">
                <a:solidFill>
                  <a:srgbClr val="94A3B8"/>
                </a:solidFill>
              </a:rPr>
              <a:t>Using Google Inter font with high contrast WCAG ratios and readable healthcare iconography.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0096" y="1408176"/>
            <a:ext cx="6144768" cy="477316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1_dashboard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463040"/>
            <a:ext cx="6035040" cy="4663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94960" y="6199632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6B6D4"/>
                </a:solidFill>
              </a:defRPr>
            </a:pPr>
            <a:r>
              <a:t>▶ Executive Dashboard rendered in Dark Mode via CSS Variables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DEPLOYMENT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Live Production on Vercel Edge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hospital-management-system-msz2.vercel.app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7472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100% Client-Side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Zero backend latency, instant tab switching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463040"/>
            <a:ext cx="347472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0020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Edge CDN Powered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Instant load times worldwide via Vercel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463040"/>
            <a:ext cx="347472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60020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Zero Dependencies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Pure Vanilla JS, HTML5 &amp; CSS3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10728655" cy="32004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383280"/>
            <a:ext cx="10058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🚀 Production URL:</a:t>
            </a:r>
          </a:p>
          <a:p>
            <a:pPr>
              <a:spcBef>
                <a:spcPts val="600"/>
              </a:spcBef>
              <a:defRPr sz="2200" b="1">
                <a:solidFill>
                  <a:srgbClr val="10B981"/>
                </a:solidFill>
              </a:defRPr>
            </a:pPr>
            <a:r>
              <a:t>https://hospital-management-system-msz2.vercel.app/</a:t>
            </a:r>
          </a:p>
          <a:p>
            <a:pPr>
              <a:spcBef>
                <a:spcPts val="1600"/>
              </a:spcBef>
              <a:defRPr sz="1500" b="1">
                <a:solidFill>
                  <a:srgbClr val="06B6D4"/>
                </a:solidFill>
              </a:defRPr>
            </a:pPr>
            <a:r>
              <a:t>Why Vercel Deployment Matters in a Frontend Class: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✦ Instant Verification: Instructors and classmates can test all features on their laptops or mobile phones right now.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✦ Continuous Delivery: Changes pushed to Git repository automatically build and deploy within seconds.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t>✦ Modern Web Standards: Serves modern HTTP/2 assets with Brotli compression and HTTPS security out-of-the-box.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WRAP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Key Learnings, Technical Takeaways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hospital-management-system-msz2.vercel.app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🎓 Key Frontend Learnings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⭐  </a:t>
            </a:r>
            <a:r>
              <a:rPr sz="1300" b="1">
                <a:solidFill>
                  <a:srgbClr val="F8FAFC"/>
                </a:solidFill>
              </a:rPr>
              <a:t>Modular DOM Manipulation: </a:t>
            </a:r>
            <a:r>
              <a:rPr sz="1200">
                <a:solidFill>
                  <a:srgbClr val="94A3B8"/>
                </a:solidFill>
              </a:rPr>
              <a:t>Learned how to dynamically construct complex UI elements without heavy frontend frameworks.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⭐  </a:t>
            </a:r>
            <a:r>
              <a:rPr sz="1300" b="1">
                <a:solidFill>
                  <a:srgbClr val="F8FAFC"/>
                </a:solidFill>
              </a:rPr>
              <a:t>Scalable CSS Architecture: </a:t>
            </a:r>
            <a:r>
              <a:rPr sz="1200">
                <a:solidFill>
                  <a:srgbClr val="94A3B8"/>
                </a:solidFill>
              </a:rPr>
              <a:t>Mastered CSS custom properties, grid layouts, fluid sidebar toggling, and dark mode theming.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⭐  </a:t>
            </a:r>
            <a:r>
              <a:rPr sz="1300" b="1">
                <a:solidFill>
                  <a:srgbClr val="F8FAFC"/>
                </a:solidFill>
              </a:rPr>
              <a:t>State Management &amp; Storage: </a:t>
            </a:r>
            <a:r>
              <a:rPr sz="1200">
                <a:solidFill>
                  <a:srgbClr val="94A3B8"/>
                </a:solidFill>
              </a:rPr>
              <a:t>Designed persistent client-side data stores using JSON serialization and Web Storage.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6B6D4"/>
                </a:solidFill>
              </a:rPr>
              <a:t>⭐  </a:t>
            </a:r>
            <a:r>
              <a:rPr sz="1300" b="1">
                <a:solidFill>
                  <a:srgbClr val="F8FAFC"/>
                </a:solidFill>
              </a:rPr>
              <a:t>Real-World UX Standards: </a:t>
            </a:r>
            <a:r>
              <a:rPr sz="1200">
                <a:solidFill>
                  <a:srgbClr val="94A3B8"/>
                </a:solidFill>
              </a:rPr>
              <a:t>Implemented micro-interactions, modal management, and accessible form validations.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000" b="1">
                <a:solidFill>
                  <a:srgbClr val="06B6D4"/>
                </a:solidFill>
              </a:defRPr>
            </a:pPr>
            <a:r>
              <a:t>Questions &amp; Live Demonstration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06B6D4"/>
                </a:solidFill>
              </a:defRPr>
            </a:pPr>
            <a:r>
              <a:t>👑 Team Lead: NISTALA SAI PHANEENDRA KUMAR</a:t>
            </a:r>
            <a:br/>
            <a:r>
              <a:t>✦ Team Members: KANASANI NEELAKANTA BALAJI | JAMMULA UDAY KIRAN</a:t>
            </a:r>
          </a:p>
          <a:p>
            <a:pPr algn="ctr">
              <a:spcBef>
                <a:spcPts val="1400"/>
              </a:spcBef>
              <a:defRPr sz="1400" b="1">
                <a:solidFill>
                  <a:srgbClr val="10B981"/>
                </a:solidFill>
              </a:defRPr>
            </a:pPr>
            <a:r>
              <a:t>Live Demo: hospital-management-system-msz2.vercel.app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